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ugmentation_overview_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1841480" cy="52576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